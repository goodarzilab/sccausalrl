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1A1A2E"/>
                </a:solidFill>
                <a:latin typeface="Calibri"/>
              </a:defRPr>
            </a:pPr>
            <a:r>
              <a:t>DAG Diagnosis &amp; the u-score Do-Operator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66666"/>
                </a:solidFill>
                <a:latin typeface="Calibri"/>
              </a:defRPr>
            </a:pPr>
            <a:r>
              <a:t>Why the DAG collapsed to its initialization, why the threshold-mutilation</a:t>
            </a:r>
            <a:br/>
            <a:r>
              <a:t>pipeline is biased, and a principled replacement.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CausalBioRL  |  Phase-1 deep-dive  |  Goodarzi Lab, Arc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Phase-1 Diagnostic — checkpoints/phase1_best_no_dag.pt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23317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DAG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mean edge prob:     0.0071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median edge prob:   0.0064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max edge prob:      0.0465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θ mean / std:       −5.056  /  0.491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edges (p &gt; 0.1):    0  /  4032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edges (p &gt; 0.3, 0.5, 0.7): 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520440"/>
            <a:ext cx="5669280" cy="16002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Orthogonality (decoder 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off-diag mean(|·|): 0.0006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off-diag max(|·|):  0.0036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col-norm CV:        0.0007   (highly uniform)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669280" cy="40233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Mutilation (threshold scheme, 137 test perts, N=8 DAGs)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mean n_affected:    48.6 ± 2.3   (max d = 64)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median n_affected:  49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frac &gt; 10 affected: 100%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frac &gt; 30 affected: 100%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frac ≤  5 affected:   0%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mean max |dε|:      0.292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dε  L1/L2 :         6.25     (1=sparse, √64=8=dense)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dz  L1/L2 :         6.17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349240"/>
            <a:ext cx="11567160" cy="118872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9821E"/>
                </a:solidFill>
                <a:latin typeface="Calibri"/>
              </a:defRPr>
            </a:pPr>
            <a:r>
              <a:t>Verdict (printed by dag_diagnostics.py):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06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000000"/>
                </a:solidFill>
                <a:latin typeface="Calibri"/>
              </a:defRPr>
            </a:pPr>
            <a:r>
              <a:t>⚠  Most programs mutilated per pert (49/64) — dε is dense, not sparse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27AE60"/>
                </a:solidFill>
                <a:latin typeface="Calibri"/>
              </a:defRPr>
            </a:pPr>
            <a:r>
              <a:t>✓  D is nearly orthogonal (off-diag mean = 0.001)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Two Distinct Problems Behind That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715000" cy="48463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392B"/>
                </a:solidFill>
                <a:latin typeface="Calibri"/>
              </a:defRPr>
            </a:pPr>
            <a:r>
              <a:t>Problem A  —  the DAG never left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θ ~ N(−5.0, 0.5²)  →  edge prob ≈ σ(−5) ≈ 0.0067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Observed mean: 0.0071  →  literally still the init.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λ_sparse = 1.0 actively pulls θ down.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λ_prior = 0.1, margin = 0.1 → margin-ranking too weak.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no_dag checkpoint sets ρ_dagma = 0 → no force pushing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C0392B"/>
                </a:solidFill>
                <a:latin typeface="Calibri"/>
              </a:defRPr>
            </a:pPr>
            <a:r>
              <a:t>Smoking gun:</a:t>
            </a:r>
          </a:p>
        </p:txBody>
      </p:sp>
      <p:pic>
        <p:nvPicPr>
          <p:cNvPr id="8" name="Picture 7" descr="eq_sigm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526280"/>
            <a:ext cx="4114800" cy="4282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000000"/>
                </a:solidFill>
                <a:latin typeface="Calibri"/>
              </a:defRPr>
            </a:pPr>
            <a:r>
              <a:t>Fix:  grid-search (λ_sparse, λ_prior, margin) on a 5k-cell Replogle subset.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05840"/>
            <a:ext cx="5669280" cy="48463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821E"/>
                </a:solidFill>
                <a:latin typeface="Calibri"/>
              </a:defRPr>
            </a:pPr>
            <a:r>
              <a:t>Problem B  —  threshold scheme is dense by 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Pipeline: dz = D⁺·dx,  dε = (I − A^T) dz,  mutilate where |dε|&gt;τ·max.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When A ≈ 0 (Problem A!),  dε ≈ dz.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dz = D⁺ dx for a single gene is dense — orthogonality controls D columns, not rows.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So threshold catches half the latent dim regardless of biology.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Fix #1: u-score (slides 5–8).  Fix #2: add L1 on D entries (gene-level sparsity).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D9821E"/>
                </a:solidFill>
                <a:latin typeface="Calibri"/>
              </a:defRPr>
            </a:pPr>
            <a:r>
              <a:t>Math says:</a:t>
            </a:r>
          </a:p>
        </p:txBody>
      </p:sp>
      <p:pic>
        <p:nvPicPr>
          <p:cNvPr id="14" name="Picture 13" descr="eq_threshold_b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526280"/>
            <a:ext cx="5029200" cy="7000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000000"/>
                </a:solidFill>
                <a:latin typeface="Calibri"/>
              </a:defRPr>
            </a:pPr>
            <a:r>
              <a:t>Residual only vanishes when A→0.  Fix: u-score do-operator (slides 5–8).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666666"/>
                </a:solidFill>
                <a:latin typeface="Calibri"/>
              </a:defRPr>
            </a:pPr>
            <a:r>
              <a:t>These problems compound: Problem A hides Problem B at training time, and Problem B prevents the gradient signal that would fix Problem 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Setup — the Linear Latent SCM and the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Causal VAE generative model</a:t>
            </a:r>
          </a:p>
        </p:txBody>
      </p:sp>
      <p:pic>
        <p:nvPicPr>
          <p:cNvPr id="5" name="Picture 4" descr="eq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417320"/>
            <a:ext cx="6431280" cy="1798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What we want to intervene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• A gene-level action delivers dx ∈ R^G  (supported on one row in the gene axis).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• World model must lift dx → a latent intervention on z under the SCM.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• Two candidate liftings: (i) argmax|D[g,:]|  (ii) D⁺ + threshold mutilation.</a:t>
            </a:r>
          </a:p>
          <a:p>
            <a:pPr>
              <a:spcAft>
                <a:spcPts val="400"/>
              </a:spcAft>
              <a:defRPr sz="1500">
                <a:solidFill>
                  <a:srgbClr val="000000"/>
                </a:solidFill>
                <a:latin typeface="Calibri"/>
              </a:defRPr>
            </a:pPr>
            <a:r>
              <a:t>• (i) ignores the long tail; (ii) is biased when A is small (Theorem 3, slide 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6666"/>
                </a:solidFill>
                <a:latin typeface="Calibri"/>
              </a:defRPr>
            </a:pPr>
            <a:r>
              <a:t>Notation we will keep using</a:t>
            </a:r>
          </a:p>
        </p:txBody>
      </p:sp>
      <p:pic>
        <p:nvPicPr>
          <p:cNvPr id="9" name="Picture 8" descr="eq_no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52160"/>
            <a:ext cx="11247120" cy="7470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The u-score Do-Operator —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Decoder loadings L</a:t>
            </a:r>
          </a:p>
        </p:txBody>
      </p:sp>
      <p:pic>
        <p:nvPicPr>
          <p:cNvPr id="5" name="Picture 4" descr="eq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3355848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6974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L_{g,i} = fraction of program-i decoder energy from gene g.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Σ_g L_{g,i} = 1   (each column of L is a distribution over genes).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L ≥ 0, computed once per training epoch (cheap).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914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Strength vector u (per episode)</a:t>
            </a:r>
          </a:p>
        </p:txBody>
      </p:sp>
      <p:pic>
        <p:nvPicPr>
          <p:cNvPr id="8" name="Picture 7" descr="eq_u_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4724400" cy="1648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26974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u_t monotone non-decreasing → persistence is automatic.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Sparse for single-gene actions (only programs g loads on get mass).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No threshold to tune.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023360"/>
            <a:ext cx="11567160" cy="26517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Transition step  (knockout / overexpress action)</a:t>
            </a:r>
          </a:p>
        </p:txBody>
      </p:sp>
      <p:pic>
        <p:nvPicPr>
          <p:cNvPr id="12" name="Picture 11" descr="eq_tran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80560"/>
            <a:ext cx="7799832" cy="20177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Endpoint Lemmas — u = 0 is identity, u = e_i is classical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5715000" cy="5166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Lemma 1 (u = 0  ⇒  identity)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Claim:</a:t>
            </a:r>
          </a:p>
        </p:txBody>
      </p:sp>
      <p:pic>
        <p:nvPicPr>
          <p:cNvPr id="7" name="Picture 6" descr="eq_l1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5029200" cy="942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Proof:</a:t>
            </a:r>
          </a:p>
        </p:txBody>
      </p:sp>
      <p:pic>
        <p:nvPicPr>
          <p:cNvPr id="9" name="Picture 8" descr="eq_l1_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4541520" cy="2164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7AE60"/>
                </a:solidFill>
                <a:latin typeface="Calibri"/>
              </a:defRPr>
            </a:pPr>
            <a:r>
              <a:t>Verified to numerical zero in test_u_zero_identity.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960120"/>
            <a:ext cx="5669280" cy="5166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Lemma 2 (u_i = 1  ⇒  classical 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Claim:</a:t>
            </a:r>
          </a:p>
        </p:txBody>
      </p:sp>
      <p:pic>
        <p:nvPicPr>
          <p:cNvPr id="14" name="Picture 13" descr="eq_l2_cla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783080"/>
            <a:ext cx="5029200" cy="9042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Proof:</a:t>
            </a:r>
          </a:p>
        </p:txBody>
      </p:sp>
      <p:pic>
        <p:nvPicPr>
          <p:cNvPr id="16" name="Picture 15" descr="eq_l2_proo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743200"/>
            <a:ext cx="5556504" cy="1853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4652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7AE60"/>
                </a:solidFill>
                <a:latin typeface="Calibri"/>
              </a:defRPr>
            </a:pPr>
            <a:r>
              <a:t>Verified to numerical zero in test_u_one_pins_target.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Theorem 3 — the Threshold Scheme is Biased Away from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Claim</a:t>
            </a:r>
          </a:p>
        </p:txBody>
      </p:sp>
      <p:pic>
        <p:nvPicPr>
          <p:cNvPr id="5" name="Picture 4" descr="eq_thm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972800" cy="8447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Proof</a:t>
            </a:r>
          </a:p>
        </p:txBody>
      </p:sp>
      <p:pic>
        <p:nvPicPr>
          <p:cNvPr id="7" name="Picture 6" descr="eq_thm_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14600"/>
            <a:ext cx="10972800" cy="26848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5212080"/>
            <a:ext cx="11567160" cy="1371600"/>
          </a:xfrm>
          <a:prstGeom prst="roundRect">
            <a:avLst/>
          </a:prstGeom>
          <a:solidFill>
            <a:srgbClr val="FDE9E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  <a:latin typeface="Calibri"/>
              </a:defRPr>
            </a:pPr>
            <a:r>
              <a:t>Interpretation: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0000"/>
                </a:solidFill>
                <a:latin typeface="Calibri"/>
              </a:defRPr>
            </a:pPr>
            <a:r>
              <a:t>dε was calibrated to the un-mutilated graph, then A was mutilated → the parental term is double-counted.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80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0000"/>
                </a:solidFill>
                <a:latin typeface="Calibri"/>
              </a:defRPr>
            </a:pPr>
            <a:r>
              <a:t>The bias vanishes only when A ≈ 0 — exactly the regime that hid the bug throughout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Persistence — ε Recovery in the Mutilated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Lemma 4 (ε recovery inverts the do)</a:t>
            </a:r>
          </a:p>
        </p:txBody>
      </p:sp>
      <p:pic>
        <p:nvPicPr>
          <p:cNvPr id="5" name="Picture 4" descr="eq_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943600" cy="9191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194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Direct from the SCM equation at step t in the mutilated regime.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Verified to numerical zero in test_recover_epsilon_u_inverts.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Why use the mutilated graph for recovery?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The intervention persists into step t+1 (CRISPR knockout is not transient).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A^T would mis-attribute the new value of program i to its old parents — the parents have been detached.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• Knockout clamp: x[g] = 0 for every g in knockout_set before computing the next dx.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349240"/>
            <a:ext cx="11567160" cy="123444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env.reset() clears the persistence state: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2E"/>
                </a:solidFill>
                <a:latin typeface="Consolas"/>
              </a:defRPr>
            </a:pPr>
            <a:r>
              <a:t>current_u  ← 0   ·   knockout_set ← ∅   ·   step_count ←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(see CausalWorldModelEnv.reset, rl/env.py)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Why This Fixes the Diagnostic + Code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u is sparse by construction</a:t>
            </a:r>
          </a:p>
        </p:txBody>
      </p:sp>
      <p:pic>
        <p:nvPicPr>
          <p:cNvPr id="5" name="Picture 4" descr="eq_spa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669280" cy="799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10312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Single-gene action  u = L[g,:]  is sparse with no threshold.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Two-gene combo u = L[g₁,:] + L[g₂,:] may saturate when both load on the same program.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L inherits sparsity of D — adding L1 on D makes u even sharper.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Diagnostic prints ‖u‖₀ at thresholds {0, 0.1, 0.5} + L1/L2 + programs_per_gene.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Code: both schemes coexist behind a flag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66666"/>
                </a:solidFill>
                <a:latin typeface="Calibri"/>
              </a:defRPr>
            </a:pPr>
            <a:r>
              <a:t>configs/*.yaml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Consolas"/>
              </a:defRPr>
            </a:pPr>
            <a:r>
              <a:t>intervention:</a:t>
            </a:r>
            <a:br/>
            <a:r>
              <a:t>  scheme: u_score        # or "threshold"</a:t>
            </a:r>
            <a:br/>
            <a:r>
              <a:t>  u_clip_max: 1.0</a:t>
            </a:r>
            <a:br/>
            <a:r>
              <a:t>  u_accumulate: true</a:t>
            </a:r>
            <a:br/>
            <a:r>
              <a:t>  knockout_clamp: true</a:t>
            </a:r>
            <a:br/>
            <a:br/>
            <a:r>
              <a:t>phase1:</a:t>
            </a:r>
            <a:br/>
            <a:r>
              <a:t>  lambda_D_sparse: 0.001  # L1 on entries of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rl/env.py — episode persistence (current_u, knockout_set).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evaluation/eval_combinatorial.py — sequential combo with u carry.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evaluation/run_perturbation_eval.py — single-pert eval.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• lambda_D_sparse = 0.001 — new L1 on D entries (gene-level sparsity).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120640"/>
            <a:ext cx="11567160" cy="1417320"/>
          </a:xfrm>
          <a:prstGeom prst="roundRect">
            <a:avLst/>
          </a:prstGeom>
          <a:solidFill>
            <a:srgbClr val="E8F7EB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AE60"/>
                </a:solidFill>
                <a:latin typeface="Calibri"/>
              </a:defRPr>
            </a:pPr>
            <a:r>
              <a:t>Validation — tests/test_u_intervention.py: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Calibri"/>
              </a:defRPr>
            </a:pPr>
            <a:r>
              <a:t>7 / 7 invariants pass to numerical zero on a controlled toy model: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00000"/>
                </a:solidFill>
                <a:latin typeface="Consolas"/>
              </a:defRPr>
            </a:pPr>
            <a:r>
              <a:t>u=0 identity  ·  u_i=1 pins target  ·  monotonicity  ·  Σ_g L_{g,i}=1  ·  ε recovery inverts  ·  knockout-clamp idempotent  ·  legacy threshold path unchanged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Running the Grid Search + u-score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1.  Diagnose first — grid sweep on a 5 k-cell Replogle K562 subset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3385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0C0C0"/>
                </a:solidFill>
                <a:latin typeface="Consolas"/>
              </a:defRPr>
            </a:pPr>
            <a:r>
              <a:t># from the repo root (CausalBioRL/)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onsolas"/>
              </a:defRPr>
            </a:pPr>
            <a:r>
              <a:t>sbatch scripts/train_phase1_grid.sbatch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4 × 2 = 8 runs, 40 epochs each, ~30 min/run → total ≈ 4 h.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Outputs: results/grid_search/&lt;run_id&gt;/{checkpoint, edge_prob_histogram.png, summary.json}.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Aggregate row per run in results/grid_search/summary.csv.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2.  Promote winner + run full Phase-1 with the u-score scheme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60520"/>
            <a:ext cx="11338560" cy="1417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0C0C0"/>
                </a:solidFill>
                <a:latin typeface="Consolas"/>
              </a:defRPr>
            </a:pPr>
            <a:r>
              <a:t># pick winning row, edit configs/replogle_u_score.yaml lambda_sparse / lambda_prior / prior_margin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Consolas"/>
              </a:defRPr>
            </a:pPr>
            <a:r>
              <a:t>sbatch scripts/train_phase1_replogle_u_score.sbatch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0C0C0"/>
                </a:solidFill>
                <a:latin typeface="Consolas"/>
              </a:defRPr>
            </a:pPr>
            <a:r>
              <a:t># verify the DAG escaped init and u is sparse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python evaluation/dag_diagnostics.py --checkpoint checkpoints/phase1_best.pt --output_dir results/dag_diagnostics_u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3.  Unit tests (quick sanity)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80760"/>
            <a:ext cx="1133856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1447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pip install pytest &amp;&amp; pytest tests/test_u_intervention.py -v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Files added / modified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Consolas"/>
              </a:defRPr>
            </a:pPr>
            <a:r>
              <a:t>models/dag.py                       +  scm_intervene_u</a:t>
            </a:r>
            <a:br/>
            <a:r>
              <a:t>models/causal_vae.py                +  compute_loadings, intervene_gene_u, recover_epsilon_u</a:t>
            </a:r>
            <a:br/>
            <a:r>
              <a:t>rl/env.py                           dispatch + current_u + knockout_set</a:t>
            </a:r>
            <a:br/>
            <a:r>
              <a:t>training/train_vae.py               compute_loadings each epoch; prior_margin plumb</a:t>
            </a:r>
            <a:br/>
            <a:r>
              <a:t>training/train_joint.py             plumb intervention config into env</a:t>
            </a:r>
            <a:br/>
            <a:r>
              <a:t>evaluation/dag_diagnostics.py       +  analyze_u_sparsity (importable)</a:t>
            </a:r>
            <a:br/>
            <a:r>
              <a:t>evaluation/eval_combinatorial.py    scheme dispatch (threshold | u_score)</a:t>
            </a:r>
            <a:br/>
            <a:r>
              <a:t>evaluation/run_perturbation_eval.py scheme dispatch</a:t>
            </a:r>
            <a:br/>
            <a:r>
              <a:t>configs/{default,replogle,combined}.yaml  +  intervention: block</a:t>
            </a:r>
            <a:br/>
            <a:r>
              <a:t>configs/replogle_u_score.yaml       NEW — u-score full Phase-1 config</a:t>
            </a:r>
            <a:br/>
            <a:r>
              <a:t>scripts/run_phase1_grid.py          NEW — grid sweep driver</a:t>
            </a:r>
            <a:br/>
            <a:r>
              <a:t>scripts/train_phase1_grid.sbatch    NEW — Slurm wrapper for grid sweep</a:t>
            </a:r>
            <a:br/>
            <a:r>
              <a:t>scripts/train_phase1_replogle_u_score.sbatch  NEW — Slurm wrapper for u-score training</a:t>
            </a:r>
            <a:br/>
            <a:r>
              <a:t>tests/test_u_intervention.py        NEW — 7 invariant unit tests</a:t>
            </a:r>
            <a:br/>
            <a:r>
              <a:t>docs/architecture_u_score.md        NEW — full math write-up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3D91"/>
                </a:solidFill>
                <a:latin typeface="Calibri"/>
              </a:defRPr>
            </a:pPr>
            <a:r>
              <a:t>Doc with full proofs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171B5"/>
                </a:solidFill>
                <a:latin typeface="Consolas"/>
              </a:defRPr>
            </a:pPr>
            <a:r>
              <a:t>docs/architecture_u_score.md  —  Lemmas 1, 2, 4 + Theorem 3 + Proposition 5 with full derivations.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