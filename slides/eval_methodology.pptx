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1A1A2E"/>
                </a:solidFill>
                <a:latin typeface="Calibri"/>
              </a:defRPr>
            </a:pPr>
            <a:r>
              <a:t>Perturbation Eval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How DEGs are called, how the correlation and GRN baselines work,</a:t>
            </a:r>
            <a:br/>
            <a:r>
              <a:t>and exactly what the additive combo baseline computes.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CausalBioRL  |  evaluation/run_perturbation_eval.py + eval_combinatorial.py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Step 1 — Build the DEG ground truth (one example: DONSON in Replogle)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5989320" cy="46634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Per perturbation g — what we do: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1.  Find pert cells: indices where obs.gene == g.  For DONSON: 688 cells.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2.  Compare to ALL control cells (obs.gene == "non-targeting"): 10,691 cells in Replogle K562, 11,183 in Norman.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3.  Per gene g′ in the 2,000-HVG axis, compute lfc:  mean(pert) − mean(ctrl).  Signed.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4.  Per gene g′, run Mann–Whitney U (rank-sum test on pert vs ctrl distributions) to get a p-value.  Vectorised across all 2,000 genes.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5.  A gene is a DEG of pert g iff its p-value &lt; 0.05.  For DONSON: 892 of 2,000 HVGs flagged.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6.  Pooled effect size = |lfc| / sqrt((σ²_ctrl + σ²_pert) / 2).  Used for ranking metrics that need a non-negative magnitude.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7.  Perturbations with fewer than MIN_CELLS = 5 pert cells are dropped.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960120"/>
            <a:ext cx="5486400" cy="4663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Cohort sizes after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B3D91"/>
                </a:solidFill>
                <a:latin typeface="Calibri"/>
              </a:defRPr>
            </a:pPr>
            <a:r>
              <a:t>Replogle K562 (train_v5.h5ad, CRISPRi)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186,807 cells after cell_line == "k562" filter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10,691 non-targeting control cells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1,371 perturbed genes (≥ 5 cells each)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Gene split:  1,097 train / 137 val / 137 test  (seed 42)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On test split: 40 of 137 have ≥ 3 DEGs (AUROC computable)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20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B3D91"/>
                </a:solidFill>
                <a:latin typeface="Calibri"/>
              </a:defRPr>
            </a:pPr>
            <a:r>
              <a:t>Norman (MTX, K562 CRISPRa)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9476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111,668 raw barcodes → 104,507 after good_coverage filter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11,183 non-targeting control cells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105 single-pert genes, 131 combos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On Replogle 2,000-HVG axis: 19 / 105 singles, 4 / 131 combos are evaluable (the rest have target gene outside the HVG axis)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K562 essential unfiltered (8,563 genes) would lift coverage to ~54 / 105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760720"/>
            <a:ext cx="11612880" cy="777240"/>
          </a:xfrm>
          <a:prstGeom prst="roundRect">
            <a:avLst/>
          </a:prstGeom>
          <a:solidFill>
            <a:srgbClr val="ECF7EC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The DEG mask is the SAME ground truth for the model, correlation baseline, GRN baseline, and additive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Step 2 — Single-pert: Model vs. Correlation vs. GRN Baselines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379476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3327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71B5"/>
                </a:solidFill>
                <a:latin typeface="Calibri"/>
              </a:defRPr>
            </a:pPr>
            <a:r>
              <a:t>Causal VAE (D†)</a:t>
            </a:r>
          </a:p>
        </p:txBody>
      </p:sp>
      <p:pic>
        <p:nvPicPr>
          <p:cNvPr id="6" name="Picture 5" descr="pr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3657600" cy="13092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24688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0000"/>
                </a:solidFill>
                <a:latin typeface="Calibri"/>
              </a:defRPr>
            </a:pPr>
            <a:r>
              <a:t>Sample 50 random ctrl cells (seed=42), encode → ε, draw ONE A sample (n_dag_samples=1 deterministic at eval), apply u-score do(g), decode, average the 50 cell 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960120"/>
            <a:ext cx="379476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03327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6666"/>
                </a:solidFill>
                <a:latin typeface="Calibri"/>
              </a:defRPr>
            </a:pPr>
            <a:r>
              <a:t>Correlation baseline</a:t>
            </a:r>
          </a:p>
        </p:txBody>
      </p:sp>
      <p:pic>
        <p:nvPicPr>
          <p:cNvPr id="10" name="Picture 9" descr="pred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657600" cy="16210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24688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0000"/>
                </a:solidFill>
                <a:latin typeface="Calibri"/>
              </a:defRPr>
            </a:pPr>
            <a:r>
              <a:t>C built from ALL ctrl cells (Replogle 10,691 or Norman 11,183). Score row g excluded self. No causal claim — purely co-variation.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960120"/>
            <a:ext cx="379476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FD8D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3327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D8D3C"/>
                </a:solidFill>
                <a:latin typeface="Calibri"/>
              </a:defRPr>
            </a:pPr>
            <a:r>
              <a:t>Learned GRN  (D · A · Dᵀ)</a:t>
            </a:r>
          </a:p>
        </p:txBody>
      </p:sp>
      <p:pic>
        <p:nvPicPr>
          <p:cNvPr id="14" name="Picture 13" descr="pred_g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3657600" cy="2122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5320" y="24688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0000"/>
                </a:solidFill>
                <a:latin typeface="Calibri"/>
              </a:defRPr>
            </a:pPr>
            <a:r>
              <a:t>Uses the model parameters directly: D and the mean edge prob A from dag.get_edge_probs(). One static G — no per-cell sampling.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8328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2E"/>
                </a:solidFill>
                <a:latin typeface="Calibri"/>
              </a:defRPr>
            </a:pPr>
            <a:r>
              <a:t>Metrics computed per perturbation, then averaged: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2834640" cy="2148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67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AUROC (DEG detection)</a:t>
            </a:r>
          </a:p>
        </p:txBody>
      </p:sp>
      <p:pic>
        <p:nvPicPr>
          <p:cNvPr id="19" name="Picture 18" descr="m_aur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297680"/>
            <a:ext cx="2743200" cy="10378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48463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0000"/>
                </a:solidFill>
                <a:latin typeface="Calibri"/>
              </a:defRPr>
            </a:pPr>
            <a:r>
              <a:t>Can the score rank true DEGs above non-DEGs?  0.5 = random.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3794760"/>
            <a:ext cx="2834640" cy="2148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867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Spearman ρ on |effect|</a:t>
            </a:r>
          </a:p>
        </p:txBody>
      </p:sp>
      <p:pic>
        <p:nvPicPr>
          <p:cNvPr id="23" name="Picture 22" descr="m_sp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4297680"/>
            <a:ext cx="2743200" cy="1645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02152" y="48463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0000"/>
                </a:solidFill>
                <a:latin typeface="Calibri"/>
              </a:defRPr>
            </a:pPr>
            <a:r>
              <a:t>How well the score RANKS genes by effect-size magnitude. Signed variant uses lfc instead.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794760"/>
            <a:ext cx="2834640" cy="2148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3867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Pearson on DEGs</a:t>
            </a:r>
          </a:p>
        </p:txBody>
      </p:sp>
      <p:pic>
        <p:nvPicPr>
          <p:cNvPr id="27" name="Picture 26" descr="m_p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4297680"/>
            <a:ext cx="2743200" cy="8898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01384" y="48463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0000"/>
                </a:solidFill>
                <a:latin typeface="Calibri"/>
              </a:defRPr>
            </a:pPr>
            <a:r>
              <a:t>Linear correlation of predicted vs observed lfc, computed only on genes with |Δx| &gt; 0.05 (DEGs).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63456" y="3794760"/>
            <a:ext cx="2834640" cy="2148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0616" y="3867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Direction acc. (DEGs)</a:t>
            </a:r>
          </a:p>
        </p:txBody>
      </p:sp>
      <p:pic>
        <p:nvPicPr>
          <p:cNvPr id="31" name="Picture 30" descr="m_d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08" y="4297680"/>
            <a:ext cx="2743200" cy="10307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5166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0000"/>
                </a:solidFill>
                <a:latin typeface="Calibri"/>
              </a:defRPr>
            </a:pPr>
            <a:r>
              <a:t>Fraction of DEGs with correct sign (up vs down). S = sig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Step 3 — Combo (Norman only): Additive Baseline &amp; Parallel u-score Combo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5760720" cy="3657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  <a:latin typeface="Calibri"/>
              </a:defRPr>
            </a:pPr>
            <a:r>
              <a:t>Additive baseline</a:t>
            </a:r>
          </a:p>
        </p:txBody>
      </p:sp>
      <p:pic>
        <p:nvPicPr>
          <p:cNvPr id="6" name="Picture 5" descr="combo_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577840" cy="1487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1A1A2E"/>
                </a:solidFill>
                <a:latin typeface="Calibri"/>
              </a:defRPr>
            </a:pPr>
            <a:r>
              <a:t>where each Δx_{g} is the OBSERVED single-pert delta from Norman cells.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Δx_{g_a}, Δx_{g_b} come from Norman OBSERVED single-pert lfc (de_single dict, full single-pert cells, not held out).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No epistasis, no saturation — pure linear superposition.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Strong because ~70% of combo effects are near-additive (Norman 2019).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Combo cells held out for eval: 20 ctrl cells (seed=42) used for the model pipeline; additive uses ALL ctrl_mean.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715000" cy="3657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71B5"/>
                </a:solidFill>
                <a:latin typeface="Calibri"/>
              </a:defRPr>
            </a:pPr>
            <a:r>
              <a:t>Causal VAE (parallel u-score)</a:t>
            </a:r>
          </a:p>
        </p:txBody>
      </p:sp>
      <p:pic>
        <p:nvPicPr>
          <p:cNvPr id="11" name="Picture 10" descr="combo_u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532120" cy="22068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2E"/>
                </a:solidFill>
                <a:latin typeface="Calibri"/>
              </a:defRPr>
            </a:pPr>
            <a:r>
              <a:t>Order-invariant (AB ≡ BA by construction).  M = diag(1−u_combo).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800600"/>
            <a:ext cx="11612880" cy="169164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937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D9821E"/>
                </a:solidFill>
                <a:latin typeface="Calibri"/>
              </a:defRPr>
            </a:pPr>
            <a:r>
              <a:t>Why the additive baseline is hard to beat:</a:t>
            </a:r>
          </a:p>
        </p:txBody>
      </p:sp>
      <p:pic>
        <p:nvPicPr>
          <p:cNvPr id="15" name="Picture 14" descr="combo_collap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5349240"/>
            <a:ext cx="11338560" cy="3197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